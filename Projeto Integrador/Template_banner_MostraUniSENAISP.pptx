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>
          <p15:clr>
            <a:srgbClr val="A4A3A4"/>
          </p15:clr>
        </p15:guide>
        <p15:guide id="2" pos="2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60022"/>
    <a:srgbClr val="C5002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2244" y="18"/>
      </p:cViewPr>
      <p:guideLst>
        <p:guide orient="horz" pos="2073"/>
        <p:guide pos="272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99332FC7-41AE-472C-A725-F76FE0675BE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3BD2A687-A025-4650-89EF-53B8E7F96D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08025" indent="-271463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090613" indent="-217488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527175" indent="-217488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1962150" indent="-217488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181758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6pPr>
    <a:lvl7pPr marL="2618110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7pPr>
    <a:lvl8pPr marL="3054462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8pPr>
    <a:lvl9pPr marL="3490813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81618E8D-BC66-49BF-A083-E637E9BB2A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95325"/>
            <a:ext cx="257175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21CD22D4-CA5C-47DC-ADE9-CFDC33D084F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28777">
              <a:defRPr/>
            </a:pPr>
            <a:endParaRPr lang="pt-BR" altLang="pt-BR" sz="1145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8A2B0-B0CA-4ABC-A955-99BF4EBA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76BF6-D437-4914-9EF0-499C855F4E47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B4A7B-2DBF-4132-8243-9872E387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F6B73-F3F6-4917-A334-78907288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9BD5C-225B-4EDE-94F3-455E3617A38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2AEE3-9902-4D92-B849-2CCFEC3A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F9041-7E3C-454B-A7BF-3652EE489C40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CEE4-20D8-4634-BC69-BFCF849C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8D320-E491-4892-895D-0AB72523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9E02B-2FD8-4DE0-94C6-B39170077BA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8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A6B80-0C6F-47C1-8A62-76714D76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5BFF2-9ADC-41D9-8A9C-138719AD3D9F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A1085-2914-41AF-92A7-5FFE93A8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6CF50-21C1-47FB-83ED-5415B396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83A74-1300-4425-BBDD-19763B90F6B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21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1B7DC3B-F2F7-4DBE-AD70-388A55F4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ED4FD-EBEA-41CB-829E-6A52C3BFD8C3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6DC169-0F56-4D4E-97B4-93DAC1EF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F05DEA-06FF-4468-8DC3-F755886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E2DA1-8930-451E-8A86-558AED5402F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1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53F6690-FF83-4044-8E88-9495ED7F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A39B7-0FB2-4135-84F0-E2B5F485EE37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4CD96E-F2DF-4210-AD42-5F74CD6F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917BA78-B9EE-4B5B-A2B1-80030EF9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E099E-1F4D-47EF-BAA8-1F0AB6AB353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3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111F591-8CE2-4C3C-BD05-89A8417B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F8ECE-DA9E-4EBF-8D04-1CD97D29A4BA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410D2C9-3F23-488A-8892-8FA1F5AD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83C11F-43B7-4DFE-9A2F-9377F7B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5129E-E937-4FCB-8FCD-2660FDFB6F2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EBF73E1-5963-4385-91EC-A9BAA403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D8DDA-802B-491F-B3AD-1F14A44BAB98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E5EB72-8474-4270-8641-27C81E2B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77DA56-C3AA-4718-B24E-06F20462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6D223-1A27-46A7-B31D-58BF4840DE1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7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2EB064-B16E-483F-BE2B-683C338F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E8940-8E60-4119-8F3C-A5C499821CD6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8B4035-2BD4-4E3E-8574-5DE988E3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BD9635-1CFC-4EB2-93FE-9B7901AA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E7D45-C471-4989-8CA0-974D3042529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5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rtlCol="0">
            <a:normAutofit/>
          </a:bodyPr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5D50DC-00F6-4E8B-9299-40147A46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E943-F6C3-4BEB-980E-084A9B8248E5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A8FF27-7D21-46AF-B439-9D01D27E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50D6F03-2C24-49BB-97F3-DC178A9C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949C6-3A61-4749-B28A-9843B5EB457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8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9D238-4012-4935-8E36-1042E580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36C2A-D170-4523-9C38-15730725B9A7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F0DC-C1FE-46F1-A82E-9F98E513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9EDC5-DB74-421A-A213-1B50DFA3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6FC15-0595-4299-82C4-10B458FBF8D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FE54-832D-48A6-B93B-5E7DCF8E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E5E8C-1133-44EC-8B26-86FF7B867A5E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DE42-F5E8-4673-9D10-92B4A85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164E9-6437-4FC7-A08A-1BAB34C5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99B5F-06A8-4940-B3E8-B43D9454D37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40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C8652-325A-45E9-A276-8457963D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019" y="2299382"/>
            <a:ext cx="27945251" cy="835030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589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C431D96-A96F-42E5-AA9A-35611355E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7263" y="2300288"/>
            <a:ext cx="27944762" cy="835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8A737B-E9CF-4868-A3B5-75024E605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27263" y="11499850"/>
            <a:ext cx="27944762" cy="274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Editar estilos de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021F1-C3BE-4BEE-A2AD-BFED95E6A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27263" y="40039925"/>
            <a:ext cx="7289800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425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B807FEB-3410-4C7D-A4EE-56140F1221CC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90078-A19B-412F-B077-34B6E1D1D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31500" y="40039925"/>
            <a:ext cx="10936288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425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BEBF5-8272-4258-92F4-6E53CBE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82225" y="40039925"/>
            <a:ext cx="7289800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425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64C58A-0A6D-4D7D-8360-41382E780BB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2pPr>
      <a:lvl3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3pPr>
      <a:lvl4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4pPr>
      <a:lvl5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809625" indent="-809625" algn="l" defTabSz="3238500" rtl="0" eaLnBrk="0" fontAlgn="base" hangingPunct="0">
        <a:lnSpc>
          <a:spcPct val="90000"/>
        </a:lnSpc>
        <a:spcBef>
          <a:spcPts val="3538"/>
        </a:spcBef>
        <a:spcAft>
          <a:spcPct val="0"/>
        </a:spcAft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1pPr>
      <a:lvl2pPr marL="2428875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049713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68963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7288213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xxxx@e-mail.com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DA7E7D-6898-427B-A153-0DE0D040C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752" y="9279"/>
            <a:ext cx="13605689" cy="5440903"/>
          </a:xfrm>
          <a:prstGeom prst="rect">
            <a:avLst/>
          </a:prstGeom>
        </p:spPr>
      </p:pic>
      <p:pic>
        <p:nvPicPr>
          <p:cNvPr id="4098" name="Imagem 18">
            <a:extLst>
              <a:ext uri="{FF2B5EF4-FFF2-40B4-BE49-F238E27FC236}">
                <a16:creationId xmlns:a16="http://schemas.microsoft.com/office/drawing/2014/main" id="{BD089B73-9F30-4DE0-9562-FD97B7341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09" r="82462" b="34370"/>
          <a:stretch>
            <a:fillRect/>
          </a:stretch>
        </p:blipFill>
        <p:spPr bwMode="auto">
          <a:xfrm>
            <a:off x="13573938" y="0"/>
            <a:ext cx="18825349" cy="480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Fluxograma: Processo Alternativo 20">
            <a:extLst>
              <a:ext uri="{FF2B5EF4-FFF2-40B4-BE49-F238E27FC236}">
                <a16:creationId xmlns:a16="http://schemas.microsoft.com/office/drawing/2014/main" id="{626986EE-4119-4B3E-990A-CB0B1DBBF6AB}"/>
              </a:ext>
            </a:extLst>
          </p:cNvPr>
          <p:cNvSpPr/>
          <p:nvPr/>
        </p:nvSpPr>
        <p:spPr>
          <a:xfrm>
            <a:off x="13823950" y="1276350"/>
            <a:ext cx="17497425" cy="1601788"/>
          </a:xfrm>
          <a:prstGeom prst="flowChartAlternateProcess">
            <a:avLst/>
          </a:prstGeom>
          <a:solidFill>
            <a:srgbClr val="C600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C50022"/>
              </a:solidFill>
            </a:endParaRPr>
          </a:p>
        </p:txBody>
      </p:sp>
      <p:sp>
        <p:nvSpPr>
          <p:cNvPr id="4100" name="Text Box 5">
            <a:extLst>
              <a:ext uri="{FF2B5EF4-FFF2-40B4-BE49-F238E27FC236}">
                <a16:creationId xmlns:a16="http://schemas.microsoft.com/office/drawing/2014/main" id="{7D8BCB61-E65D-476A-AE8F-474165276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19337338"/>
            <a:ext cx="13841413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METODOLOGIA</a:t>
            </a: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algn="just"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4101" name="Text Box 6">
            <a:extLst>
              <a:ext uri="{FF2B5EF4-FFF2-40B4-BE49-F238E27FC236}">
                <a16:creationId xmlns:a16="http://schemas.microsoft.com/office/drawing/2014/main" id="{9F2EA609-A012-498F-A919-6CF4120A1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3413" y="34947225"/>
            <a:ext cx="14492287" cy="643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REFERÊNCIAS</a:t>
            </a:r>
            <a:r>
              <a:rPr lang="pt-BR" altLang="pt-B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</a:p>
          <a:p>
            <a:pPr eaLnBrk="1" hangingPunct="1"/>
            <a:endParaRPr lang="pt-BR" altLang="pt-BR" sz="3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ALMEIDA, F. F. M. Os fundamentos geológicos do relevo paulista. </a:t>
            </a:r>
            <a:r>
              <a:rPr lang="pt-BR" altLang="pt-BR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Boletim IGG</a:t>
            </a:r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 São Paulo, v. 41, p. 169-263, 1964.</a:t>
            </a:r>
          </a:p>
          <a:p>
            <a:pPr algn="just" eaLnBrk="1" hangingPunct="1"/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en-US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AUDEMARD, F. A.; SANTIS, F. de. Survey of liquefaction structures induced by recent moderate earthquakes. </a:t>
            </a:r>
            <a:r>
              <a:rPr lang="en-US" altLang="pt-BR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Bulletin of the International Association of Engineering Geology</a:t>
            </a:r>
            <a:r>
              <a:rPr lang="en-US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 n. 44, p. 5-16, 1991.</a:t>
            </a:r>
          </a:p>
          <a:p>
            <a:pPr algn="just" eaLnBrk="1" hangingPunct="1"/>
            <a:r>
              <a:rPr lang="en-US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INSTITUTO DE PESQUISAS TECNOLÓGICAS DO ESTADO DE SÃO PAULO - IPT. Compartimentação estrutural e evolução tectônica do Estado de São Paulo. São Paulo: IPT, 1989. 2 v. Relatório 27.394.</a:t>
            </a:r>
          </a:p>
          <a:p>
            <a:pPr algn="just" eaLnBrk="1" hangingPunct="1"/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ETCHEBEHERE, M. L. C. </a:t>
            </a:r>
            <a:r>
              <a:rPr lang="pt-BR" altLang="pt-BR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Terraços </a:t>
            </a:r>
            <a:r>
              <a:rPr lang="pt-BR" altLang="pt-BR" sz="24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neoquaternários</a:t>
            </a:r>
            <a:r>
              <a:rPr lang="pt-BR" altLang="pt-BR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no vale do Rio do Peixe, Planalto Ocidental Paulista</a:t>
            </a:r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: implicações estratigráficas e tectônicas. 2000. 2 v. Tese (Doutorado em Geociências) - Instituto de Geociências e Ciências Exatas, Universidade Estadual Paulista, Rio Claro, 2000.</a:t>
            </a:r>
          </a:p>
          <a:p>
            <a:pPr algn="just" eaLnBrk="1" hangingPunct="1"/>
            <a:r>
              <a:rPr lang="pt-BR" alt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 eaLnBrk="1" hangingPunct="1"/>
            <a:endParaRPr lang="pt-BR" altLang="pt-BR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02" name="Rectangle 7">
            <a:extLst>
              <a:ext uri="{FF2B5EF4-FFF2-40B4-BE49-F238E27FC236}">
                <a16:creationId xmlns:a16="http://schemas.microsoft.com/office/drawing/2014/main" id="{4F0C3367-731D-41F1-B429-335EF6DDA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3" y="25525413"/>
            <a:ext cx="11736387" cy="4681537"/>
          </a:xfrm>
          <a:prstGeom prst="rect">
            <a:avLst/>
          </a:prstGeom>
          <a:solidFill>
            <a:srgbClr val="FF0000"/>
          </a:solidFill>
          <a:ln w="9360" cap="sq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103" name="Text Box 8">
            <a:extLst>
              <a:ext uri="{FF2B5EF4-FFF2-40B4-BE49-F238E27FC236}">
                <a16:creationId xmlns:a16="http://schemas.microsoft.com/office/drawing/2014/main" id="{DDC6EE84-D62E-4268-B29E-8CCEE37D3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30230763"/>
            <a:ext cx="3835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5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Figura 1. Legenda da figura </a:t>
            </a:r>
          </a:p>
        </p:txBody>
      </p:sp>
      <p:sp>
        <p:nvSpPr>
          <p:cNvPr id="4104" name="Rectangle 9">
            <a:extLst>
              <a:ext uri="{FF2B5EF4-FFF2-40B4-BE49-F238E27FC236}">
                <a16:creationId xmlns:a16="http://schemas.microsoft.com/office/drawing/2014/main" id="{F191F16D-88E3-43B7-A680-90812966F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9138" y="29879925"/>
            <a:ext cx="5424487" cy="3556000"/>
          </a:xfrm>
          <a:prstGeom prst="rect">
            <a:avLst/>
          </a:prstGeom>
          <a:solidFill>
            <a:srgbClr val="FF0000"/>
          </a:solidFill>
          <a:ln w="9360" cap="sq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105" name="Rectangle 10">
            <a:extLst>
              <a:ext uri="{FF2B5EF4-FFF2-40B4-BE49-F238E27FC236}">
                <a16:creationId xmlns:a16="http://schemas.microsoft.com/office/drawing/2014/main" id="{1BB45386-E231-4607-90F1-C717753FF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5575" y="29879925"/>
            <a:ext cx="5424488" cy="3556000"/>
          </a:xfrm>
          <a:prstGeom prst="rect">
            <a:avLst/>
          </a:prstGeom>
          <a:solidFill>
            <a:srgbClr val="FF0000"/>
          </a:solidFill>
          <a:ln w="9360" cap="sq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106" name="Text Box 11">
            <a:extLst>
              <a:ext uri="{FF2B5EF4-FFF2-40B4-BE49-F238E27FC236}">
                <a16:creationId xmlns:a16="http://schemas.microsoft.com/office/drawing/2014/main" id="{90D556D5-E7B0-455C-968B-9F3DB93ED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3413" y="33402588"/>
            <a:ext cx="3835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5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Figura 2. Legenda da figura </a:t>
            </a:r>
          </a:p>
        </p:txBody>
      </p:sp>
      <p:sp>
        <p:nvSpPr>
          <p:cNvPr id="4107" name="Text Box 12">
            <a:extLst>
              <a:ext uri="{FF2B5EF4-FFF2-40B4-BE49-F238E27FC236}">
                <a16:creationId xmlns:a16="http://schemas.microsoft.com/office/drawing/2014/main" id="{4710B8DD-BE18-4544-8625-62F1FBC57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9850" y="33547050"/>
            <a:ext cx="3835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5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Figura 3. Legenda da figura </a:t>
            </a:r>
          </a:p>
        </p:txBody>
      </p:sp>
      <p:sp>
        <p:nvSpPr>
          <p:cNvPr id="4108" name="Text Box 13">
            <a:extLst>
              <a:ext uri="{FF2B5EF4-FFF2-40B4-BE49-F238E27FC236}">
                <a16:creationId xmlns:a16="http://schemas.microsoft.com/office/drawing/2014/main" id="{09D267A5-0E1E-4F99-8441-6FB4E219D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7056438"/>
            <a:ext cx="13841413" cy="129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INTRODUÇÃO</a:t>
            </a: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algn="just"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4109" name="Text Box 14">
            <a:extLst>
              <a:ext uri="{FF2B5EF4-FFF2-40B4-BE49-F238E27FC236}">
                <a16:creationId xmlns:a16="http://schemas.microsoft.com/office/drawing/2014/main" id="{5B92E1EA-5EE6-4EA3-B6E0-7042A80F7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32204025"/>
            <a:ext cx="13841412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OBJETIVOS</a:t>
            </a: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algn="just"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10" name="Text Box 15">
            <a:extLst>
              <a:ext uri="{FF2B5EF4-FFF2-40B4-BE49-F238E27FC236}">
                <a16:creationId xmlns:a16="http://schemas.microsoft.com/office/drawing/2014/main" id="{31B5F289-C3FD-4171-BB4B-8A9742377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87863" y="6926263"/>
            <a:ext cx="13841412" cy="136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FUNDAMENTAÇÃO TEÓRICA</a:t>
            </a: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11" name="Text Box 16">
            <a:extLst>
              <a:ext uri="{FF2B5EF4-FFF2-40B4-BE49-F238E27FC236}">
                <a16:creationId xmlns:a16="http://schemas.microsoft.com/office/drawing/2014/main" id="{F3116EDB-DC22-464F-9C14-361F44224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6425" y="21421725"/>
            <a:ext cx="13841413" cy="754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DISCUSSÃO E RESULTADOS</a:t>
            </a: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r>
              <a:rPr lang="pt-BR" altLang="pt-B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pt-BR" altLang="pt-B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texto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12" name="Text Box 3">
            <a:extLst>
              <a:ext uri="{FF2B5EF4-FFF2-40B4-BE49-F238E27FC236}">
                <a16:creationId xmlns:a16="http://schemas.microsoft.com/office/drawing/2014/main" id="{B97AB636-4372-461B-A693-0566650C1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6450" y="3298825"/>
            <a:ext cx="2016283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750"/>
              </a:spcBef>
            </a:pP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pt-BR" alt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AUTOR</a:t>
            </a: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; AUTOR</a:t>
            </a: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pt-BR" alt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pt-BR" alt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AUTOR³; AUTOR</a:t>
            </a: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C55E4C-A0A1-4F2B-A030-6E1821B9ADB9}"/>
              </a:ext>
            </a:extLst>
          </p:cNvPr>
          <p:cNvSpPr txBox="1"/>
          <p:nvPr/>
        </p:nvSpPr>
        <p:spPr>
          <a:xfrm>
            <a:off x="14471452" y="1687366"/>
            <a:ext cx="16489832" cy="830997"/>
          </a:xfrm>
          <a:prstGeom prst="rect">
            <a:avLst/>
          </a:prstGeom>
          <a:noFill/>
          <a:effectLst>
            <a:softEdge rad="0"/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800" b="1" dirty="0">
                <a:solidFill>
                  <a:schemeClr val="bg1"/>
                </a:solidFill>
                <a:latin typeface="+mn-lt"/>
              </a:rPr>
              <a:t>TÍTULO DO TRABALHO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5C1C632-43BC-46B8-A575-C185DACDEBB7}"/>
              </a:ext>
            </a:extLst>
          </p:cNvPr>
          <p:cNvSpPr txBox="1"/>
          <p:nvPr/>
        </p:nvSpPr>
        <p:spPr>
          <a:xfrm>
            <a:off x="-23253" y="41873312"/>
            <a:ext cx="32422541" cy="1323439"/>
          </a:xfrm>
          <a:prstGeom prst="rect">
            <a:avLst/>
          </a:prstGeom>
          <a:solidFill>
            <a:srgbClr val="C60022"/>
          </a:solidFill>
          <a:effectLst>
            <a:softEdge rad="0"/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solidFill>
                <a:schemeClr val="bg1"/>
              </a:solidFill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bg1"/>
                </a:solidFill>
                <a:latin typeface="+mn-lt"/>
              </a:rPr>
              <a:t>1 Titulação acadêmica, instituição, Campus, contato: xxxx@e-mail.com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bg1"/>
                </a:solidFill>
                <a:latin typeface="+mn-lt"/>
              </a:rPr>
              <a:t>2 Titulação acadêmica, instituição, Campus, bolsista (se for, informar o tipo de bolsa), contato: </a:t>
            </a:r>
            <a:r>
              <a:rPr lang="pt-BR" sz="2000" b="1" dirty="0">
                <a:solidFill>
                  <a:schemeClr val="bg1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xxxx@e-mail.com</a:t>
            </a:r>
            <a:endParaRPr lang="pt-BR" sz="2000" b="1" dirty="0">
              <a:solidFill>
                <a:schemeClr val="bg1"/>
              </a:solidFill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1019</TotalTime>
  <Words>759</Words>
  <Application>Microsoft Office PowerPoint</Application>
  <PresentationFormat>Personalizar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Futura Md BT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Bianca Siqueira Martins Domingos</dc:creator>
  <cp:lastModifiedBy>Andre Cassulino Araujo Souza</cp:lastModifiedBy>
  <cp:revision>94</cp:revision>
  <cp:lastPrinted>1601-01-01T00:00:00Z</cp:lastPrinted>
  <dcterms:created xsi:type="dcterms:W3CDTF">2006-09-28T21:01:08Z</dcterms:created>
  <dcterms:modified xsi:type="dcterms:W3CDTF">2026-04-28T23:35:11Z</dcterms:modified>
</cp:coreProperties>
</file>