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0525"/>
    <a:srgbClr val="C70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>
        <p:scale>
          <a:sx n="100" d="100"/>
          <a:sy n="100" d="100"/>
        </p:scale>
        <p:origin x="87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7BFA9E-0B86-4B3C-8D88-C26AFED9F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8C75EE-56C0-48BB-B489-F36BDED57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1CFE86-28EE-4FAE-A494-097F31D5D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791C-5A76-4B30-95A1-FCBDF958E45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45FD-E209-451D-951F-F3A3F801A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3950A3-F941-4D17-BE77-F333C90CD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BF82-C7B6-4EE7-97A9-8B8D1A798A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70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C75819-1F02-4A01-AFA1-486C11041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034A62-E2D2-4F02-8A96-470AD6150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D01E75-F430-43E8-BFEC-9FD112B9B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791C-5A76-4B30-95A1-FCBDF958E45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9CEF25-9DAF-4D47-9E45-5C9096FE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386E9E-306E-4AAB-AB87-4FE3D9192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BF82-C7B6-4EE7-97A9-8B8D1A798A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0978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A884AE-93C7-47C8-A680-5C8EBD82A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5A7888-A1FF-4118-B9D9-7A939ABF4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35A79A-B9E8-4079-A976-142DE6515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791C-5A76-4B30-95A1-FCBDF958E45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ED39FA-9CBD-4B24-89C3-7DAE17601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C5159E-9A78-475F-998C-5BF5BDAD4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BF82-C7B6-4EE7-97A9-8B8D1A798A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2001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1712DF-C37A-4361-85CC-FED1A8586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3A75E0-C164-47C5-8FBC-59E3575B9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DA1B5C0-20E0-4DAD-8FD4-3FE100E81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BA495F-5D53-42C0-ADC8-ADD3C3542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791C-5A76-4B30-95A1-FCBDF958E45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180BA99-1613-45D1-A645-D886BAEB5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4AF1304-E772-4BFF-85F3-5C60D36C4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BF82-C7B6-4EE7-97A9-8B8D1A798A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0434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28E884-AE98-42F2-8A2B-FBFFCA99D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0D389D-A3EA-4151-AD87-6491E3EDE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E231736-A901-4484-B846-EAD9D3194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1B7676B-7582-4656-B964-141294E9B2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830B29C-E0AA-482B-AE59-EE11105557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E2A277B-3506-4BCE-842B-09878F59A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791C-5A76-4B30-95A1-FCBDF958E45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71CC7B2-019B-460A-9DD3-6C1907503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60A3BB4-FBD9-40CA-9862-C6CA89BD2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BF82-C7B6-4EE7-97A9-8B8D1A798A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859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21FC90-4817-401B-B37E-1E8EFA8F6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D18C8D8-882C-4D58-B943-79030BA4C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791C-5A76-4B30-95A1-FCBDF958E45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A3B81D0-8B88-4F50-8184-F1E0AD43D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4B35FBD-EA4C-4164-AF21-8B4950693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BF82-C7B6-4EE7-97A9-8B8D1A798A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9157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FBAB168-886C-46B6-AC64-D9B9EDD3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791C-5A76-4B30-95A1-FCBDF958E45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8D13654-33CB-4631-B06F-07A420359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D37B5F-4809-42AC-AD9E-3B7DF225E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BF82-C7B6-4EE7-97A9-8B8D1A798A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5372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6416B1-ABFF-4C30-AB73-CEE736CE8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D4B36-F3E4-4093-AD96-EE089E9AE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8385826-515F-420A-917D-9592B4606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B389A0-88EA-47EF-B02D-3ECB57D22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791C-5A76-4B30-95A1-FCBDF958E45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D93662-255C-4337-9065-6A39F88BA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DEC5E6-7F0C-40B9-8ADC-8A1C08B02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BF82-C7B6-4EE7-97A9-8B8D1A798A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330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D38153-B159-4ACA-922E-C77DF3A79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12E2835-29E3-4E5F-B7C1-264D3F00B4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2E10FE-AF5D-4218-8442-621939761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5A1BB13-2738-49C1-BF2B-6684DF5B6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791C-5A76-4B30-95A1-FCBDF958E45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863735-6E09-4C40-954A-035204EF1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FCC641-2E4F-4AD6-8AB9-9872A4AAC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BF82-C7B6-4EE7-97A9-8B8D1A798A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3290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0AE51D-B034-4841-8182-CB86DD803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D9013B4-2C7B-4793-AB98-139F75638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2D1565-C7EE-43C3-A10C-94C866D96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791C-5A76-4B30-95A1-FCBDF958E45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BD9FC3-470E-4458-9422-17913055D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9FFDEC-2480-4EAA-B218-4F703DE97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BF82-C7B6-4EE7-97A9-8B8D1A798A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8290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10753A9-5AD6-44AD-A572-819706B00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FACB292-0244-41FA-8A7B-79F6E4A97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8F1AB6-41A8-40B5-A0EF-F1B68D55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791C-5A76-4B30-95A1-FCBDF958E45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00321C-99DD-4989-B139-3A2D77C2D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A4E567-05B7-432A-BA8E-011A201DF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BF82-C7B6-4EE7-97A9-8B8D1A798A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6432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3CD4C31-8F7E-4D1D-81C7-CC17CE9D7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02EFB6B-832B-42DE-902E-F2843C07F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DC42F2-5897-4151-A309-3B1663410F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45791C-5A76-4B30-95A1-FCBDF958E45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3C2D25-0985-494D-8240-A06949FF5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C892EB-1519-4260-B458-D738543F10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BBF82-C7B6-4EE7-97A9-8B8D1A798A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3779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47611-7F84-48BA-A509-DF522CBF6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157" y="5456582"/>
            <a:ext cx="7442020" cy="695739"/>
          </a:xfrm>
        </p:spPr>
        <p:txBody>
          <a:bodyPr>
            <a:normAutofit/>
          </a:bodyPr>
          <a:lstStyle/>
          <a:p>
            <a:endParaRPr lang="pt-BR" sz="3600" b="1" dirty="0">
              <a:latin typeface="+mn-lt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431A82-7138-4721-AFBF-6F40D0AA1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60"/>
            <a:ext cx="12192000" cy="487557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4639565-6C6E-47BF-918A-FDEC648867C7}"/>
              </a:ext>
            </a:extLst>
          </p:cNvPr>
          <p:cNvSpPr/>
          <p:nvPr/>
        </p:nvSpPr>
        <p:spPr>
          <a:xfrm>
            <a:off x="7901609" y="4343400"/>
            <a:ext cx="4290391" cy="2514600"/>
          </a:xfrm>
          <a:prstGeom prst="rect">
            <a:avLst/>
          </a:prstGeom>
          <a:solidFill>
            <a:srgbClr val="A00525"/>
          </a:solidFill>
          <a:ln>
            <a:noFill/>
          </a:ln>
          <a:effectLst>
            <a:outerShdw blurRad="50800" dist="1143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Inserir o nome completo dos autores</a:t>
            </a:r>
          </a:p>
        </p:txBody>
      </p:sp>
    </p:spTree>
    <p:extLst>
      <p:ext uri="{BB962C8B-B14F-4D97-AF65-F5344CB8AC3E}">
        <p14:creationId xmlns:p14="http://schemas.microsoft.com/office/powerpoint/2010/main" val="3447545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6406131-345D-4057-8717-DA179BD3B251}"/>
              </a:ext>
            </a:extLst>
          </p:cNvPr>
          <p:cNvSpPr/>
          <p:nvPr/>
        </p:nvSpPr>
        <p:spPr>
          <a:xfrm>
            <a:off x="1" y="0"/>
            <a:ext cx="8756374" cy="1325563"/>
          </a:xfrm>
          <a:prstGeom prst="rect">
            <a:avLst/>
          </a:prstGeom>
          <a:solidFill>
            <a:srgbClr val="C7002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2EF6B24-B0C3-4AF5-B7AD-C65701CC0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52" y="0"/>
            <a:ext cx="10515600" cy="1325563"/>
          </a:xfrm>
        </p:spPr>
        <p:txBody>
          <a:bodyPr>
            <a:norm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Título do slide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9AD58E-08C6-4F5D-8149-63C58B8FB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/>
              <a:t>Recomendações:</a:t>
            </a:r>
          </a:p>
          <a:p>
            <a:r>
              <a:rPr lang="pt-BR" dirty="0"/>
              <a:t>Tempo recomendado de apresentação: no máximo 10 minutos;</a:t>
            </a:r>
          </a:p>
          <a:p>
            <a:r>
              <a:rPr lang="pt-BR" dirty="0"/>
              <a:t>Dê preferência para textos em tópicos;</a:t>
            </a:r>
          </a:p>
          <a:p>
            <a:r>
              <a:rPr lang="pt-BR" dirty="0"/>
              <a:t>Imagens são estratégicas para elucidar a explicação;</a:t>
            </a:r>
          </a:p>
          <a:p>
            <a:r>
              <a:rPr lang="pt-BR" dirty="0"/>
              <a:t>É de responsabilidade dos apresentadores levar a apresentação em alguma mídia para apresentação;</a:t>
            </a:r>
          </a:p>
          <a:p>
            <a:r>
              <a:rPr lang="pt-BR" dirty="0"/>
              <a:t>Se o slide tiver muitas transições e imagens, prefira salvá-lo em PDF para evitar </a:t>
            </a:r>
            <a:r>
              <a:rPr lang="pt-BR" dirty="0" err="1"/>
              <a:t>desconfigurações</a:t>
            </a:r>
            <a:r>
              <a:rPr lang="pt-BR" dirty="0"/>
              <a:t>;</a:t>
            </a:r>
          </a:p>
          <a:p>
            <a:r>
              <a:rPr lang="pt-BR" dirty="0"/>
              <a:t>A máquina que será utilizada para apresentação no evento possui sistema operacional Microsoft Windows.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68B394D-6DBC-416C-9A7B-1827F7DC2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610" y="0"/>
            <a:ext cx="3314389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197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64F4F1-4771-4EDE-8124-2ECFA8DA7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4111" y="534024"/>
            <a:ext cx="5334001" cy="5988120"/>
          </a:xfrm>
        </p:spPr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388CC1B-8C08-42FA-9CD2-7C41C0407C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17" b="25700"/>
          <a:stretch/>
        </p:blipFill>
        <p:spPr>
          <a:xfrm>
            <a:off x="0" y="1"/>
            <a:ext cx="5334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583C24C-E912-403C-A541-39173360B04F}"/>
              </a:ext>
            </a:extLst>
          </p:cNvPr>
          <p:cNvSpPr txBox="1"/>
          <p:nvPr/>
        </p:nvSpPr>
        <p:spPr>
          <a:xfrm>
            <a:off x="620111" y="3678538"/>
            <a:ext cx="40808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5400" b="1" spc="-10" dirty="0">
                <a:solidFill>
                  <a:schemeClr val="bg1"/>
                </a:solidFill>
                <a:latin typeface="Montserrat ExtraBold"/>
              </a:rPr>
              <a:t>TEXTO</a:t>
            </a:r>
          </a:p>
        </p:txBody>
      </p:sp>
      <p:cxnSp>
        <p:nvCxnSpPr>
          <p:cNvPr id="7" name="Conector Reto 2">
            <a:extLst>
              <a:ext uri="{FF2B5EF4-FFF2-40B4-BE49-F238E27FC236}">
                <a16:creationId xmlns:a16="http://schemas.microsoft.com/office/drawing/2014/main" id="{A14C9C8D-1C28-4341-A190-50F0C11942B5}"/>
              </a:ext>
            </a:extLst>
          </p:cNvPr>
          <p:cNvCxnSpPr>
            <a:cxnSpLocks/>
          </p:cNvCxnSpPr>
          <p:nvPr/>
        </p:nvCxnSpPr>
        <p:spPr>
          <a:xfrm>
            <a:off x="0" y="3528084"/>
            <a:ext cx="4572000" cy="12359"/>
          </a:xfrm>
          <a:prstGeom prst="line">
            <a:avLst/>
          </a:prstGeom>
          <a:ln w="38100">
            <a:solidFill>
              <a:srgbClr val="ED1C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274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1B807BE5-48A7-477D-8920-2EBA3321D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5733093-F79C-44CA-8A73-91565790C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188" y="2805736"/>
            <a:ext cx="4879622" cy="12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2786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83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Montserrat ExtraBold</vt:lpstr>
      <vt:lpstr>Tema do Office</vt:lpstr>
      <vt:lpstr>Apresentação do PowerPoint</vt:lpstr>
      <vt:lpstr>Título do slide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Bianca Siqueira Martins Domingos</dc:creator>
  <cp:lastModifiedBy>Andre Cassulino Araujo Souza</cp:lastModifiedBy>
  <cp:revision>5</cp:revision>
  <dcterms:created xsi:type="dcterms:W3CDTF">2025-08-18T12:39:07Z</dcterms:created>
  <dcterms:modified xsi:type="dcterms:W3CDTF">2026-04-28T23:34:32Z</dcterms:modified>
</cp:coreProperties>
</file>