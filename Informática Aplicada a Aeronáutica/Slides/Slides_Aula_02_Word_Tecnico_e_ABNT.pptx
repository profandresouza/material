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640080"/>
            <a:ext cx="3474720" cy="4114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AULA 02 | INF-117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MS Word Técnico para Engenharia e TCC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Estilos ABNT, Quebras de Seção, Numeração Diferenciada, Tabelas e Sumários Automáticos</a:t>
            </a:r>
          </a:p>
          <a:p>
            <a:br/>
            <a:pPr>
              <a:spcBef>
                <a:spcPts val="1000"/>
              </a:spcBef>
              <a:defRPr sz="1300">
                <a:solidFill>
                  <a:srgbClr val="64748B"/>
                </a:solidFill>
              </a:defRPr>
            </a:pPr>
            <a:r>
              <a:t>• Componente Curricular: INF-117 — Informática Aplicada a Aeronáutica</a:t>
            </a:r>
            <a:br/>
            <a:r>
              <a:t>• Curso: Curso Superior de Tecnologia em Manutenção de Aeronaves</a:t>
            </a:r>
            <a:br/>
            <a:r>
              <a:t>• Instituição: Faculdade de Tecnologia de Sorocaba (Fatec Sorocaba - R-11)</a:t>
            </a:r>
            <a:br/>
            <a:r>
              <a:t>• Semestre Letivo: 1º Semestre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Objetivos de Aprendizagem da Aula 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Competências Técnicas no Word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Dominar a formatação formal e técnica no Microsoft Word (Office 365).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Configurar e aplicar a hierarquia rigorosa de Estilos de Parágrafo.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Compreender a diferença entre Quebra de Página e Quebra de Seção.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Inserir numeração de páginas iniciando apenas no corpo do relatório.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Construir tabelas técnicas e figuras com legendas automatizadas.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Gerar e atualizar o Sumário Automático com 1 clique.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Articulação com o PPC do Curso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COE-001 (Comunicação Oral e Escrita) — Rigor formal de escrita.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Projetos Integradores I a IV (TAM-001 a TAM-004) — Relatórios de equipe.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EAA-003 e EAA-009 — Laudos de inspeção e documentação técnica.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Trabalho de Graduação (TG / TCC) — Formatação oficial da monografia final.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2 de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Por que Usar Estilos de Parágrafo no Word?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O Erro da Formatação Manual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Selecionar texto por texto e mudar fonte/tamanho manualmente é ineficiente.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Gera documentos com tamanhos e espaçamentos inconsistentes.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Impossibilita a criação do Sumário Automático pelo Word.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Dificulta a alteração global de padrões solicitada por bancas ou professores.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A Vantagem dos Estilos (Styles)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Padronização Global: Modificar o estilo atualiza todos os títulos do documento.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Painel de Navegação (`Ctrl + F`): Permite navegar rapidamente por capítulos em documentos de 50+ páginas.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Automação de Índices: O Word lê os títulos marcados com estilo para montar o Sumário.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Produtividade Profissional: Economiza horas de formatação em relatórios de engenharia.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3 de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Hierarquia de Estilos no Padrão ABNT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649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0F2537"/>
                </a:solidFill>
              </a:defRPr>
            </a:pPr>
            <a:r>
              <a:t>TÍTULO 1 (Capítulo)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Fonte: Arial / Calibri 14pt.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Estilo: Negrito, Caixa Alta.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Espaçamento: 12pt Antes, 6pt Depois.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Ex: 1. INTRODUÇÃO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554480"/>
            <a:ext cx="33649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TÍTULO 2 (Seção)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Fonte: Arial / Calibri 12pt.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Estilo: Negrito, Caixa Mista.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Espaçamento: 6pt Antes, 6pt Depois.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Ex: 1.1 Objetivos Técnicos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54480"/>
            <a:ext cx="33649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0F2537"/>
                </a:solidFill>
              </a:defRPr>
            </a:pPr>
            <a:r>
              <a:t>CORPO DE TEXTO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Fonte: Arial / Calibri 12pt.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Alinhamento: Justificado.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Espaçamento entre linhas: 1,5.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 Recuo 1ª linha: 1,25 cm.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4 de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Configuração de Margens e Leiaute da Página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Padrão Normativo ABNT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Margem Superior: 3,0 cm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Margem Esquerda: 3,0 cm (para encadernação/arquivamento)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Margem Inferior: 2,0 cm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Margem Direita: 2,0 cm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Tamanho do Papel: A4 (21,0 cm x 29,7 cm)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Orientação: Retrato (Portrait)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Como Configurar no Word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1. Acesse a guia Layout.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2. Clique em Margens -&gt; Margens Personalizadas...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3. Digite os valores: Superior: 3 | Esquerda: 3 | Inferior: 2 | Direita: 2.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4. Certifique-se de aplicar a: 'No documento inteiro'.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5. Clique em 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5 de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Quebras de Seção vs. Quebras de Página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Quebra de Página (`Ctrl + Enter`)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Apenas joga o texto restante para o início da página seguinte.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Mantém o mesmo cabeçalho, rodapé e numeração contínua da página anterior.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Uso: Mudar de página dentro do mesmo capítulo do relatório.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Quebra de Seção (Próxima Página)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Cria uma fronteira independente no documento.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Permite criar cabeçalhos, rodapés e numerações completamente diferentes.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Uso Obrigatório: Separar a Capa e Sumário (Seção 1) do Corpo do Relatório (Seção 2).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Caminho no Word: Guia Layout -&gt; Quebras -&gt; Quebras de Seção: Próxima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6 de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Numeração Diferenciada de Páginas no Relatório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A Regra da ABNT para Numeração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A Capa e o Sumário são contados, mas NÃO exibem o número visível da página.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O número de página só deve aparecer a partir da primeira página da Introdução.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Exemplo: A Introdução começa fisicamente na folha 3, exibindo o número '3' no canto superior direito.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Passo a Passo da Configuração no Word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1. Insira uma Quebra de Seção (Próxima Página) antes da Introdução.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2. Dê um duplo clique no Cabeçalho/Rodapé da página da Introdução.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3. Clique no botão 'Vincular ao Anterior' para DESATIVÁ-LO (desconecta da Capa).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4. Insira o Número de Página -&gt; Canto Superior Direito.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5. Em 'Formatar Número de Página', defina: Iniciar em: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7 de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Tabelas Técnicas de Dados no Word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Boas Práticas de Design de Tabelas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Cabeçalhos claros com texto em negrito e sombreamento discreto.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Alinhamento: Texto alinhado à esquerda; Números alinhados à direita ou centralizados.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Alinhamento vertical sempre centralizado na célula para evitar texto 'colado' na borda.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Manter linhas de dados limpas e legíveis.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Recursos Avançados no Word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Repetir Linhas de Cabeçalho: Se a tabela tiver mais de 1 página, o Word repete o cabeçalho no topo da folha seguinte automaticamente.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Ajuste Automático à Janela: Garante que a tabela respeite rigorosamente as margens da página.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Caminho: Guia Layout da Tabela -&gt; Propriedades da Tabela.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8 de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Figuras Técnicas e Legendas Automáticas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Padronização de Imagens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Toda figura técnica em relatório de engenharia DEVE possuir legenda explicativa e fonte.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Posicionamento: Centralizada horizontalmente no documento.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Quebra de Texto: 'Alinhado com o texto' (evita imagens flutuando e desformatando o texto).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Como Inserir Legenda Automática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1. Clique sobre a imagem com o botão direito -&gt; Inserir Legenda...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2. Rótulo: Escolha 'Figura' (ou crie um novo rótulo).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3. Digite o título descritivo da imagem.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4. Posição: Abaixo do item selecionado.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5. O Word numera automaticamente: 'Figura 1:', 'Figura 2:', etc.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9 de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Geração e Atualização do Sumário Automático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Como o Word Gera o Sumário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O Word faz a varredura de todo o texto procurando os estilos Título 1, Título 2 e Título 3.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Recupera o texto do título e o número exato da página onde ele se encontra.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Gera a lista com tabulação pontilhada padronizada com 1 clique.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Como Inserir e Atualizar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1. Posicione o cursor na página reservada para o Sumário.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2. Acesse a guia Referências -&gt; Sumário -&gt; Sumário Automático 1.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3. Como Atualizar após editar o texto: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   - Clique sobre o sumário com o botão direito -&gt; Atualizar Campo.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   - Escolha: 'Atualizar o índice inteiro' -&gt; Clique em 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10 de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Exportação Oficial em Padrão PDF/A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O que é o Formato PDF/A?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PDF/A (Archive): Padrão ISO (ISO 19005) para arquivamento digital de longo prazo.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Incorpora todas as fontes, cores e imagens dentro do arquivo.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Garante que o relatório seja visualizado exatamente da mesma forma daqui a 20 anos em qualquer sistema operacional.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Como Exportar no Word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1. Acesse Arquivo -&gt; Salvar Como (ou Exportar).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2. Tipo de arquivo: Escolha 'PDF (*.pdf)'.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3. Clique no botão 'Opções...'.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4. Marque a caixa: 'Compatível com ISO 19005-1 (PDF/A)'.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5. Clique em OK e depois em Salvar.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11 de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INF-117 | INFORMÁTICA APLICADA A AERONÁUTICA</a:t>
            </a:r>
          </a:p>
          <a:p>
            <a:pPr>
              <a:spcBef>
                <a:spcPts val="300"/>
              </a:spcBef>
              <a:defRPr sz="2200" b="1">
                <a:solidFill>
                  <a:srgbClr val="0F2537"/>
                </a:solidFill>
              </a:defRPr>
            </a:pPr>
            <a:r>
              <a:t>Atividade Prática: Formatando a História da Aviação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F2537"/>
                </a:solidFill>
              </a:defRPr>
            </a:pPr>
            <a:r>
              <a:t>O Desafio do Estudante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Você recebeu um texto bruto completo sobre a História e Evolução da Aviação.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O texto está sem formatação (tudo em texto simples sem estilos).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Sua missão é transformar o texto bruto em um Relatório Técnico de Engenharia Profissional.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5544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Checklist da Atividade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1. Configurar margens ABNT (3 sup/esq, 2 inf/dir).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2. Configurar os estilos Normal, Título 1 e Título 2.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3. Criar Capa, Quebra de Seção e Numeração iniciando na página 3.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4. Formatar a Tabela de Aeronaves Históricas e a Figura Técnica.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 5. Gerar o Sumário Automático na página 2 e exportar em PDF.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Fatec Sorocaba — CST em Manutenção de Aeronaves  |  Prof. André Souza  |  Slide 12 de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