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347472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AULA 01 | INF-117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Hardware, Processadores e Estações de Trabalho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Fundamentos de Arquitetura Computacional e Dimensionamento Técnico de Estações MRO e Engenharia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Componente Curricular: INF-117 — Informática Aplicada a Aeronáutica</a:t>
            </a:r>
            <a:br/>
            <a:r>
              <a:t>• Curso: Curso Superior de Tecnologia em Manutenção de Aeronaves</a:t>
            </a:r>
            <a:br/>
            <a:r>
              <a:t>• Instituição: Faculdade de Tecnologia de Sorocaba (Fatec Sorocaba - R-11)</a:t>
            </a:r>
            <a:br/>
            <a:r>
              <a:t>• Semestre Letivo: 1º Semestre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Objetivos de Aprendizagem da Aula 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Competências Técnicas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Compreender a arquitetura interna de computadores para engenharia e oficinas MRO.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Diferenciar o papel operacional de CPU, Memória RAM, Armazenamento NVMe e GPU.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Avaliar e diagnosticar gargalos de desempenho em estações de trabalho.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Dimensionar e justificar tecnicamente configurações computacionais para cada perfil de uso.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Contextualização Aeronáutica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Manipulação de manuais digitais pesados (AMM, IPC, SRM com mais de 3.000 páginas em PDF).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Processamento de bases de dados de voo, diários de bordo e confiabilidade de frotas.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Execução de planilhas de grande porte com fórmulas matriciais e redes PERT/CPM.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Integração com estações de teste e ferramentas de bancada informatizadas.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2 de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O Processador (CPU): O Cérebro do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Arquitetura e Características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Unidade Central de Processamento (Central Processing Unit).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Núcleos (Cores) e Threads: Execução de múltiplas instruções em paralelo.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Frequência de Clock (GHz): Velocidade com que cada instrução é calculada.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Memória Cache (L1, L2, L3): Memória interna ultrarrápida que reduz o acesso à 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Impacto na Rotina de Manutenção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Processamento de planilhas complexas com milhares de fórmulas interdependentes.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Cálculo do motor multithread do Excel (cálculo de caminhos críticos e matrizes).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Renderização rápida de desenhos técnicos em 2D/3D no AutoCAD/CAD.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Recomendação mínima: Processadores de 6 a 8 núcleos (Intel Core i7 / AMD Ryzen 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3 de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Memória RAM e Armazenamento SSD NVMe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Memória RAM (Volátil)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Armazena temporariamente os programas e arquivos enquanto estão em execução.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Capacidade recomendada: 16 GB a 32 GB DDR4/DDR5.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Sem RAM suficiente, o Windows usa o disco como memória virtual (Paging File), gerando lentidão extrema.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Permite manter abertos simultaneamente o Excel, Word, leitor de PDF e ERP de manutenção.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Armazenamento SSD NVMe (Persistente)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Substitui definitivamente os antigos HDDs mecânicos de 5.400 / 7.200 RPM.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Taxas de leitura: SSD NVMe PCIe 4.0 atinge 5.000 a 7.000 MB/s (contra 150 MB/s do HDD).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Abertura instantânea do Windows e carregamento de catálogos pesados em segundos.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Resistente a choques e vibrações mecânicas em ambientes de hangar.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4 de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Processamento Gráfico (GPU) e Periféricos de Entrada/Saída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Placa de Vídeo Dedicada (GPU)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Processamento gráfico paralelo com memória de vídeo dedicada (VRAM GDDR6).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Essencial para manipulação suave de modelos CAD 3D de aeronaves, motores e trens de pouso.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Aceleração de renderização de esquemáticos elétricos e hidráulicos complexos.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Libera a CPU para se dedicar exclusivamente aos cálculos analíticos e lógicos.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Periféricos e Ergonomia de Bancada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Monitores Duplos (Dual Screen): Produtividade multiplicada para comparar manuais e ordens de serviço lado a lado.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Teclados com numérico dedicado para digitação ágil de Part Numbers e métricas.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Portas de comunicação rápida (USB 3.2, Thunderbolt, Ethernet Gigabit) para conexão com equipamentos de teste.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5 de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Detalhamento Técnico: Estação para Hangar e Oficina MRO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Configuração Especificada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CPU: Intel Core i5 / AMD Ryzen 5 (6 Núcleos / 12 Threads).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Memória RAM: 16 GB DDR4 3200 MHz.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Armazenamento: SSD NVMe M.2 512 GB PCIe 3.0 / 4.0.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GPU: Vídeo Integrado (Intel Iris Xe / AMD Radeon Vega).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Monitor: 24" Full HD com Tratamento Antirreflexo.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Por que essa Configuração? (Justificativa Técnica)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CPU (6 Cores): Renderiza PDFs vetoriais pesados e roda o sistema MRO sem gargalos térmicos.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RAM 16 GB: Manuais AMM ocupam 2-4 GB de RAM em cache. 16 GB evita travamento ao alternar abas.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SSD 512 GB: Não tem partes móveis (imune a vibrações de ferramentas e poeira do hangar).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GPU Integrada: Desenhos 2D e esquemáticos elétricos não exigem placa cara, economizando energia.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Tela Antirreflexo: Fundamental sob iluminação industrial forte do hangar, evitando reflexos e fadiga visual.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6 de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Detalhamento Técnico: Workstation de Engenharia e PCM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Configuração Especificada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CPU: Intel Core i7 / Ryzen 7 (8 a 16 Núcleos, Clock Boost &gt;= 4.7 GHz).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Memória RAM: 32 GB a 64 GB DDR5 5600 MHz (Dual Channel).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Armazenamento: SSD NVMe 1 TB a 2 TB PCIe 4.0 (Leitura &gt;= 7.000 MB/s).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GPU: Placa Dedicada NVIDIA RTX Profissional (8-12 GB VRAM).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Monitores: 2 Monitores de 27" IPS QHD (2560x1440) com Braço Articulado.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Por que essa Configuração? (Justificativa Técnica)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CPU (High Clock + Multithread): Alto clock single-core acelera modelagem CAD; múltiplos cores aceleram cálculos matriciais do Excel.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RAM 32-64 GB DDR5: Bases de confiabilidade com 500k+ linhas e montagens 3D consomem mais de 20 GB de memória real.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SSD PCIe 4.0 (7.000 MB/s): Abre montagens CAD complexas com milhares de peças em segundos.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GPU RTX Dedicada: Renderiza rotação de motores e trens de pouso em tempo real com aceleração por hardware.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2x Telas 27" QHD: 77% mais área visual que 1080p, permitindo exibir o manual SRM em uma tela e a planilha/CAD na outra.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7 de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Comparativo Síntese: Hangar vs. Engenharia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Perfil 1: Hangar / Linha de Voo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Demanda: Consulta ágil, baixa geração de calor, resistência mecânica.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Softwares: Leitor de PDF, Sistema MRO Web, Excel Essencial, EFB.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Prioridade: Estabilidade, resposta rápida e tela antirreflexo.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Custo-Benefício: Excelente relação custo/desempenho para escala.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Perfil 2: Engenharia / PCM / Confiabilidade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Demanda: Capacidade de processamento analítico massivo e CAD 3D.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Softwares: Excel Avançado, Power BI, AutoCAD/CATIA, MS Project.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Prioridade: Poder de processamento, largura de banda de memória e área visual dupla.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Investimento: Focado em produtividade de alta complexidade.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8 de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Diagnóstico Prático de Hardware no Windows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Ferramentas Nativas do Sistema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Gerenciador de Tarefas (`Ctrl + Shift + Esc`): Monitora o uso em tempo real de CPU, Memória e Disco.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Aba Desempenho: Identifica se há gargalo (disco a 100% ou RAM esgotada).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Informações do Sistema (`Win + Pause/Break` ou `msinfo32`): Exibe modelo exato do processador e BIOS.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Gerenciador de Dispositivos (`devmgmt.msc`): Verifica drivers instalados e portas ativas.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Boas Práticas de Manutenção Digital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Monitorar temperatura de operação em ambientes de hangar.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Manter backups regulares de dados críticos em nuvem corporativa (OneDrive/SharePoint).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Evitar acúmulo de poeira e detritos nas entradas de ar do computador.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Sempre utilizar nobreaks senoidais para proteger estações de teste contra oscilações de energia.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9 de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INF-117 | INFORMÁTICA APLICADA A AERONÁUTICA</a:t>
            </a:r>
          </a:p>
          <a:p>
            <a:pPr>
              <a:spcBef>
                <a:spcPts val="300"/>
              </a:spcBef>
              <a:defRPr sz="2200" b="1">
                <a:solidFill>
                  <a:srgbClr val="0F2537"/>
                </a:solidFill>
              </a:defRPr>
            </a:pPr>
            <a:r>
              <a:t>Síntese dos Conceitos e Atividade de Fixação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2537"/>
                </a:solidFill>
              </a:defRPr>
            </a:pPr>
            <a:r>
              <a:t>Resumo dos Pontos-Chave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O hardware dimensiona a capacidade de entrega técnica do profissional.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Cada perfil de trabalho na aviação exige um equilíbrio específico de CPU, RAM e GPU.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A computação em nuvem (Office 365) complementa o hardware local.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Conhecer a máquina é o primeiro passo para o domínio da informática técnica.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554480"/>
            <a:ext cx="5166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Atividade no Laboratório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1. Executar o diagnóstico de hardware do computador da bancada via Gerenciador de Tarefas.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2. Anotar processador, clock, quantidade de RAM e tipo de disco.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3. Preencher a tabela de especificação técnica justificando cada escolha técnica.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 4. Próxima Aula: MS Word Técnico e Formatação de Relatórios ABNT.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Fatec Sorocaba — CST em Manutenção de Aeronaves  |  Prof. André Souza  |  Slide 10 de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347472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INF-117 | FATEC SOROCABA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Obrigado! Bons Estudos!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Próxima Aula: MS Word Técnico — Estilos ABNT, Quebras de Seção e Sumários Automáticos</a:t>
            </a:r>
            <a:br/>
            <a:br/>
            <a:r>
              <a:t>Consulte o material expandido em Semana_01.md e Semana_02.md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Componente Curricular: INF-117 — Informática Aplicada a Aeronáutica</a:t>
            </a:r>
            <a:br/>
            <a:r>
              <a:t>• Curso: Curso Superior de Tecnologia em Manutenção de Aeronaves</a:t>
            </a:r>
            <a:br/>
            <a:r>
              <a:t>• Instituição: Faculdade de Tecnologia de Sorocaba (Fatec Sorocaba - R-11)</a:t>
            </a:r>
            <a:br/>
            <a:r>
              <a:t>• Semestre Letivo: 1º Semestre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